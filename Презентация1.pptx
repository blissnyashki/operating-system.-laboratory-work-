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7" r:id="rId4"/>
  </p:sldMasterIdLst>
  <p:notesMasterIdLst>
    <p:notesMasterId r:id="rId6"/>
  </p:notesMasterIdLst>
  <p:handoutMasterIdLst>
    <p:handoutMasterId r:id="rId7"/>
  </p:handoutMasterIdLst>
  <p:sldIdLst>
    <p:sldId id="348" r:id="rId5"/>
  </p:sldIdLst>
  <p:sldSz cx="12192000" cy="6858000"/>
  <p:notesSz cx="6858000" cy="9144000"/>
  <p:defaultTextStyle>
    <a:defPPr rtl="0"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28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5" autoAdjust="0"/>
    <p:restoredTop sz="95958" autoAdjust="0"/>
  </p:normalViewPr>
  <p:slideViewPr>
    <p:cSldViewPr snapToGrid="0">
      <p:cViewPr varScale="1">
        <p:scale>
          <a:sx n="116" d="100"/>
          <a:sy n="116" d="100"/>
        </p:scale>
        <p:origin x="2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3822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8EB596BA-F330-4785-8461-F74708FFCA50}" type="datetime1">
              <a:rPr lang="ru-RU" smtClean="0"/>
              <a:t>22.02.2021</a:t>
            </a:fld>
            <a:endParaRPr lang="ru-RU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ru-RU" dirty="0"/>
          </a:p>
        </p:txBody>
      </p:sp>
      <p:sp>
        <p:nvSpPr>
          <p:cNvPr id="5" name="Номер слайда 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2A83F606-8A8B-426E-A649-E6072AD6EE3A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68761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ru-RU" noProof="0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E7E9F4-7ED8-495D-B52D-5485A5BC0ACA}" type="datetime1">
              <a:rPr lang="ru-RU" noProof="0" smtClean="0"/>
              <a:pPr/>
              <a:t>22.02.2021</a:t>
            </a:fld>
            <a:endParaRPr lang="ru-RU" noProof="0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ru-RU" noProof="0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  <p:sp>
        <p:nvSpPr>
          <p:cNvPr id="6" name="Нижний колонтитул 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ru-RU" noProof="0" dirty="0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4DD8812-632B-44E3-B183-D20ADC793C3A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390637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34DD8812-632B-44E3-B183-D20ADC793C3A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176111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algn="l">
              <a:lnSpc>
                <a:spcPct val="90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100051" y="4645152"/>
            <a:ext cx="10058400" cy="1143000"/>
          </a:xfrm>
        </p:spPr>
        <p:txBody>
          <a:bodyPr lIns="91440" rIns="91440" rtlCol="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pPr rtl="0"/>
            <a:r>
              <a:rPr lang="ru-RU" noProof="0"/>
              <a:t>Образец подзаголовка</a:t>
            </a:r>
            <a:endParaRPr lang="ru-RU" noProof="0" dirty="0"/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1F5DC8C3-BA5F-4EED-BB9A-A14272BD82A1}"/>
              </a:ext>
            </a:extLst>
          </p:cNvPr>
          <p:cNvCxnSpPr/>
          <p:nvPr/>
        </p:nvCxnSpPr>
        <p:spPr>
          <a:xfrm>
            <a:off x="1207658" y="4474741"/>
            <a:ext cx="9130004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Дата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2F2DED7-F6AC-4866-8138-11B328ED7527}" type="datetime1">
              <a:rPr lang="ru-RU" noProof="0" smtClean="0"/>
              <a:t>22.02.2021</a:t>
            </a:fld>
            <a:endParaRPr lang="ru-RU" noProof="0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6" name="Номер слайда 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68EC5FC9-F7D0-0141-850B-7623CA81A775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B8F839E6-7F1F-6E4D-B83C-F5DA99E98229}"/>
              </a:ext>
            </a:extLst>
          </p:cNvPr>
          <p:cNvSpPr/>
          <p:nvPr userDrawn="1"/>
        </p:nvSpPr>
        <p:spPr>
          <a:xfrm>
            <a:off x="10337662" y="4398630"/>
            <a:ext cx="1700492" cy="1700492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5EACA50E-A3A8-9D41-B30C-03B00FB2DEF0}"/>
              </a:ext>
            </a:extLst>
          </p:cNvPr>
          <p:cNvSpPr/>
          <p:nvPr userDrawn="1"/>
        </p:nvSpPr>
        <p:spPr>
          <a:xfrm>
            <a:off x="5664569" y="541205"/>
            <a:ext cx="283407" cy="283407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EA92073B-F20B-034A-BC3A-9B993F0DD0BA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C4091F50-D240-B145-B0B1-DAEDDFDE34AD}"/>
              </a:ext>
            </a:extLst>
          </p:cNvPr>
          <p:cNvSpPr/>
          <p:nvPr userDrawn="1"/>
        </p:nvSpPr>
        <p:spPr>
          <a:xfrm>
            <a:off x="0" y="-1994"/>
            <a:ext cx="1700492" cy="1700492"/>
          </a:xfrm>
          <a:prstGeom prst="ellipse">
            <a:avLst/>
          </a:prstGeom>
          <a:noFill/>
          <a:ln w="3810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6727005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DD0CC0D-F4E8-4EB2-A425-24C0A08BF2ED}" type="datetime1">
              <a:rPr lang="ru-RU" noProof="0" smtClean="0"/>
              <a:t>22.02.2021</a:t>
            </a:fld>
            <a:endParaRPr lang="ru-RU" noProof="0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9" name="Номер слайда 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21" name="Группа 20">
            <a:extLst>
              <a:ext uri="{FF2B5EF4-FFF2-40B4-BE49-F238E27FC236}">
                <a16:creationId xmlns:a16="http://schemas.microsoft.com/office/drawing/2014/main" id="{7A2141DD-8D8D-FA43-BD4F-2CFC93C87782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22" name="Овал 21">
              <a:extLst>
                <a:ext uri="{FF2B5EF4-FFF2-40B4-BE49-F238E27FC236}">
                  <a16:creationId xmlns:a16="http://schemas.microsoft.com/office/drawing/2014/main" id="{71A62821-5E0F-DE41-B5C2-17A3A7277F4E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3" name="Овал 22">
              <a:extLst>
                <a:ext uri="{FF2B5EF4-FFF2-40B4-BE49-F238E27FC236}">
                  <a16:creationId xmlns:a16="http://schemas.microsoft.com/office/drawing/2014/main" id="{C311AE14-D8F0-1D4C-9D8D-603836582793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4" name="Овал 23">
              <a:extLst>
                <a:ext uri="{FF2B5EF4-FFF2-40B4-BE49-F238E27FC236}">
                  <a16:creationId xmlns:a16="http://schemas.microsoft.com/office/drawing/2014/main" id="{1F2BE645-D4F2-304C-9AFA-473D8F888A85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5" name="Овал 24">
              <a:extLst>
                <a:ext uri="{FF2B5EF4-FFF2-40B4-BE49-F238E27FC236}">
                  <a16:creationId xmlns:a16="http://schemas.microsoft.com/office/drawing/2014/main" id="{93640330-30A6-6948-87A7-9DE6D41794F5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6" name="Овал 25">
              <a:extLst>
                <a:ext uri="{FF2B5EF4-FFF2-40B4-BE49-F238E27FC236}">
                  <a16:creationId xmlns:a16="http://schemas.microsoft.com/office/drawing/2014/main" id="{ADFB6548-D83C-1D4E-AE87-2E8F1D3D0FA7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7" name="Овал 26">
              <a:extLst>
                <a:ext uri="{FF2B5EF4-FFF2-40B4-BE49-F238E27FC236}">
                  <a16:creationId xmlns:a16="http://schemas.microsoft.com/office/drawing/2014/main" id="{D97C7400-7EDC-8845-AB5A-80FB8175C1E2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28" name="Заголовок 1">
            <a:extLst>
              <a:ext uri="{FF2B5EF4-FFF2-40B4-BE49-F238E27FC236}">
                <a16:creationId xmlns:a16="http://schemas.microsoft.com/office/drawing/2014/main" id="{BC941C44-9B96-0040-8C71-D8364EB577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10058400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  <p:sp>
        <p:nvSpPr>
          <p:cNvPr id="29" name="Овал 28">
            <a:extLst>
              <a:ext uri="{FF2B5EF4-FFF2-40B4-BE49-F238E27FC236}">
                <a16:creationId xmlns:a16="http://schemas.microsoft.com/office/drawing/2014/main" id="{E014993B-5057-2A4C-9CA0-383DC5504020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1" name="Овал 30">
            <a:extLst>
              <a:ext uri="{FF2B5EF4-FFF2-40B4-BE49-F238E27FC236}">
                <a16:creationId xmlns:a16="http://schemas.microsoft.com/office/drawing/2014/main" id="{43B110E8-1FE2-BC47-A5AE-4C698B688B65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2" name="Овал 31">
            <a:extLst>
              <a:ext uri="{FF2B5EF4-FFF2-40B4-BE49-F238E27FC236}">
                <a16:creationId xmlns:a16="http://schemas.microsoft.com/office/drawing/2014/main" id="{87DACF2F-5D4D-434D-8786-E4DF0385E6F6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CFE816CC-CBCA-7946-B9E5-E9649EF369BE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0182784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Дата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1D365CB-744A-4AFA-AFC9-892345BE9421}" type="datetime1">
              <a:rPr lang="ru-RU" noProof="0" smtClean="0"/>
              <a:t>22.02.2021</a:t>
            </a:fld>
            <a:endParaRPr lang="ru-RU" noProof="0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9" name="Номер слайда 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14" name="Рисунок 3">
            <a:extLst>
              <a:ext uri="{FF2B5EF4-FFF2-40B4-BE49-F238E27FC236}">
                <a16:creationId xmlns:a16="http://schemas.microsoft.com/office/drawing/2014/main" id="{C950F4E3-11A9-2549-A00D-601AEF6E49A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97279" y="2160508"/>
            <a:ext cx="2919413" cy="2919413"/>
          </a:xfrm>
          <a:prstGeom prst="ellipse">
            <a:avLst/>
          </a:prstGeom>
          <a:solidFill>
            <a:srgbClr val="EDEFF7"/>
          </a:solidFill>
          <a:ln w="38100">
            <a:solidFill>
              <a:schemeClr val="accent3"/>
            </a:solidFill>
          </a:ln>
        </p:spPr>
        <p:txBody>
          <a:bodyPr rtlCol="0" anchor="ctr"/>
          <a:lstStyle>
            <a:lvl1pPr algn="ctr">
              <a:defRPr/>
            </a:lvl1pPr>
          </a:lstStyle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sp>
        <p:nvSpPr>
          <p:cNvPr id="21" name="Рисунок 3">
            <a:extLst>
              <a:ext uri="{FF2B5EF4-FFF2-40B4-BE49-F238E27FC236}">
                <a16:creationId xmlns:a16="http://schemas.microsoft.com/office/drawing/2014/main" id="{21B5A175-E633-E74F-AE3B-DF58F989F44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659186" y="2160508"/>
            <a:ext cx="2919413" cy="2919413"/>
          </a:xfrm>
          <a:prstGeom prst="ellipse">
            <a:avLst/>
          </a:prstGeom>
          <a:solidFill>
            <a:srgbClr val="EDEFF7"/>
          </a:solidFill>
          <a:ln w="38100">
            <a:solidFill>
              <a:schemeClr val="accent6"/>
            </a:solidFill>
          </a:ln>
        </p:spPr>
        <p:txBody>
          <a:bodyPr rtlCol="0" anchor="ctr"/>
          <a:lstStyle>
            <a:lvl1pPr algn="ctr">
              <a:defRPr/>
            </a:lvl1pPr>
          </a:lstStyle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sp>
        <p:nvSpPr>
          <p:cNvPr id="22" name="Рисунок 3">
            <a:extLst>
              <a:ext uri="{FF2B5EF4-FFF2-40B4-BE49-F238E27FC236}">
                <a16:creationId xmlns:a16="http://schemas.microsoft.com/office/drawing/2014/main" id="{261D2778-BA56-D247-9B2C-28D010C9D4E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221093" y="2160508"/>
            <a:ext cx="2919413" cy="2919413"/>
          </a:xfrm>
          <a:prstGeom prst="ellipse">
            <a:avLst/>
          </a:prstGeom>
          <a:solidFill>
            <a:srgbClr val="EDEFF7"/>
          </a:solidFill>
          <a:ln w="38100">
            <a:solidFill>
              <a:schemeClr val="accent1"/>
            </a:solidFill>
          </a:ln>
        </p:spPr>
        <p:txBody>
          <a:bodyPr rtlCol="0" anchor="ctr"/>
          <a:lstStyle>
            <a:lvl1pPr algn="ctr">
              <a:defRPr/>
            </a:lvl1pPr>
          </a:lstStyle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sp>
        <p:nvSpPr>
          <p:cNvPr id="23" name="Текст 3">
            <a:extLst>
              <a:ext uri="{FF2B5EF4-FFF2-40B4-BE49-F238E27FC236}">
                <a16:creationId xmlns:a16="http://schemas.microsoft.com/office/drawing/2014/main" id="{2DAF6EFF-134E-BA40-8B51-917FDE13C076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1097279" y="5486968"/>
            <a:ext cx="2919413" cy="583534"/>
          </a:xfrm>
        </p:spPr>
        <p:txBody>
          <a:bodyPr lIns="91440" rIns="91440" rtlCol="0" anchor="ctr">
            <a:normAutofit/>
          </a:bodyPr>
          <a:lstStyle>
            <a:lvl1pPr marL="0" indent="0" algn="ctr">
              <a:buNone/>
              <a:defRPr sz="180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0" dirty="0"/>
              <a:t>Место для имени</a:t>
            </a:r>
          </a:p>
        </p:txBody>
      </p:sp>
      <p:sp>
        <p:nvSpPr>
          <p:cNvPr id="24" name="Текст 3">
            <a:extLst>
              <a:ext uri="{FF2B5EF4-FFF2-40B4-BE49-F238E27FC236}">
                <a16:creationId xmlns:a16="http://schemas.microsoft.com/office/drawing/2014/main" id="{188BF917-678C-1249-95B9-7FD2AC7B2231}"/>
              </a:ext>
            </a:extLst>
          </p:cNvPr>
          <p:cNvSpPr>
            <a:spLocks noGrp="1"/>
          </p:cNvSpPr>
          <p:nvPr>
            <p:ph type="body" sz="half" idx="16" hasCustomPrompt="1"/>
          </p:nvPr>
        </p:nvSpPr>
        <p:spPr>
          <a:xfrm>
            <a:off x="4666773" y="5486968"/>
            <a:ext cx="2919413" cy="583534"/>
          </a:xfrm>
        </p:spPr>
        <p:txBody>
          <a:bodyPr lIns="91440" rIns="91440" rtlCol="0" anchor="ctr">
            <a:normAutofit/>
          </a:bodyPr>
          <a:lstStyle>
            <a:lvl1pPr marL="0" indent="0" algn="ctr">
              <a:buNone/>
              <a:defRPr sz="180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0" dirty="0"/>
              <a:t>Место для имени</a:t>
            </a:r>
          </a:p>
        </p:txBody>
      </p:sp>
      <p:sp>
        <p:nvSpPr>
          <p:cNvPr id="25" name="Текст 3">
            <a:extLst>
              <a:ext uri="{FF2B5EF4-FFF2-40B4-BE49-F238E27FC236}">
                <a16:creationId xmlns:a16="http://schemas.microsoft.com/office/drawing/2014/main" id="{BAFF17AE-3EA2-2D47-BCDD-E5587B127062}"/>
              </a:ext>
            </a:extLst>
          </p:cNvPr>
          <p:cNvSpPr>
            <a:spLocks noGrp="1"/>
          </p:cNvSpPr>
          <p:nvPr>
            <p:ph type="body" sz="half" idx="17" hasCustomPrompt="1"/>
          </p:nvPr>
        </p:nvSpPr>
        <p:spPr>
          <a:xfrm>
            <a:off x="8236267" y="5486968"/>
            <a:ext cx="2919413" cy="583534"/>
          </a:xfrm>
        </p:spPr>
        <p:txBody>
          <a:bodyPr lIns="91440" rIns="91440" rtlCol="0" anchor="ctr">
            <a:normAutofit/>
          </a:bodyPr>
          <a:lstStyle>
            <a:lvl1pPr marL="0" indent="0" algn="ctr">
              <a:buNone/>
              <a:defRPr sz="180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0" dirty="0"/>
              <a:t>Место для имени</a:t>
            </a:r>
          </a:p>
        </p:txBody>
      </p:sp>
      <p:grpSp>
        <p:nvGrpSpPr>
          <p:cNvPr id="26" name="Группа 25">
            <a:extLst>
              <a:ext uri="{FF2B5EF4-FFF2-40B4-BE49-F238E27FC236}">
                <a16:creationId xmlns:a16="http://schemas.microsoft.com/office/drawing/2014/main" id="{F2D7EDB7-7C02-0245-8A1F-553F094A4429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27" name="Овал 26">
              <a:extLst>
                <a:ext uri="{FF2B5EF4-FFF2-40B4-BE49-F238E27FC236}">
                  <a16:creationId xmlns:a16="http://schemas.microsoft.com/office/drawing/2014/main" id="{8CF5D165-4F6F-2447-8B9E-8B0D94808ED3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8" name="Овал 27">
              <a:extLst>
                <a:ext uri="{FF2B5EF4-FFF2-40B4-BE49-F238E27FC236}">
                  <a16:creationId xmlns:a16="http://schemas.microsoft.com/office/drawing/2014/main" id="{146C35C7-7133-4C43-BBF7-575440F7BAD3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9" name="Овал 28">
              <a:extLst>
                <a:ext uri="{FF2B5EF4-FFF2-40B4-BE49-F238E27FC236}">
                  <a16:creationId xmlns:a16="http://schemas.microsoft.com/office/drawing/2014/main" id="{D33DD7BE-C379-5C42-9FB0-EF72161049F4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30" name="Овал 29">
              <a:extLst>
                <a:ext uri="{FF2B5EF4-FFF2-40B4-BE49-F238E27FC236}">
                  <a16:creationId xmlns:a16="http://schemas.microsoft.com/office/drawing/2014/main" id="{743DFC41-C6DE-7942-9358-E23A1EE8759D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31" name="Овал 30">
              <a:extLst>
                <a:ext uri="{FF2B5EF4-FFF2-40B4-BE49-F238E27FC236}">
                  <a16:creationId xmlns:a16="http://schemas.microsoft.com/office/drawing/2014/main" id="{A2ABB593-7229-9548-8BCC-C947B1BF8D93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32" name="Овал 31">
              <a:extLst>
                <a:ext uri="{FF2B5EF4-FFF2-40B4-BE49-F238E27FC236}">
                  <a16:creationId xmlns:a16="http://schemas.microsoft.com/office/drawing/2014/main" id="{986D2413-D60D-484E-ACAB-31891AFDA133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34" name="Заголовок 1">
            <a:extLst>
              <a:ext uri="{FF2B5EF4-FFF2-40B4-BE49-F238E27FC236}">
                <a16:creationId xmlns:a16="http://schemas.microsoft.com/office/drawing/2014/main" id="{86090E0F-345E-3D4B-8886-95D8A4A77C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10058400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586829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17873" y="758952"/>
            <a:ext cx="7356255" cy="3566160"/>
          </a:xfrm>
          <a:prstGeom prst="rect">
            <a:avLst/>
          </a:prstGeom>
        </p:spPr>
        <p:txBody>
          <a:bodyPr rtlCol="0" anchor="b" anchorCtr="0">
            <a:normAutofit/>
          </a:bodyPr>
          <a:lstStyle>
            <a:lvl1pPr algn="ctr">
              <a:lnSpc>
                <a:spcPct val="90000"/>
              </a:lnSpc>
              <a:defRPr sz="8000" b="0">
                <a:solidFill>
                  <a:schemeClr val="tx1"/>
                </a:solidFill>
              </a:defRPr>
            </a:lvl1pPr>
          </a:lstStyle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417873" y="4663440"/>
            <a:ext cx="7356255" cy="1143000"/>
          </a:xfrm>
        </p:spPr>
        <p:txBody>
          <a:bodyPr lIns="91440" rIns="91440" rtlCol="0" anchor="t" anchorCtr="0">
            <a:normAutofit/>
          </a:bodyPr>
          <a:lstStyle>
            <a:lvl1pPr marL="0" indent="0" algn="ctr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459DE2C1-4C52-40A3-8959-27B2C1BEBFF6}"/>
              </a:ext>
            </a:extLst>
          </p:cNvPr>
          <p:cNvCxnSpPr/>
          <p:nvPr/>
        </p:nvCxnSpPr>
        <p:spPr>
          <a:xfrm>
            <a:off x="1158240" y="4485132"/>
            <a:ext cx="9875520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Дата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B5B89D9-0013-4DF9-B570-27DC755C2F3F}" type="datetime1">
              <a:rPr lang="ru-RU" noProof="0" smtClean="0"/>
              <a:t>22.02.2021</a:t>
            </a:fld>
            <a:endParaRPr lang="ru-RU" noProof="0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8675A452-E352-BE40-9E44-7C0E90F4DBC5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72E00246-7C7C-8E48-B95E-02BE89F197F5}"/>
              </a:ext>
            </a:extLst>
          </p:cNvPr>
          <p:cNvSpPr/>
          <p:nvPr userDrawn="1"/>
        </p:nvSpPr>
        <p:spPr>
          <a:xfrm>
            <a:off x="10337662" y="4398630"/>
            <a:ext cx="1700492" cy="1700492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EBF1652A-A323-BC48-9A00-7ECF1C4E1DA4}"/>
              </a:ext>
            </a:extLst>
          </p:cNvPr>
          <p:cNvSpPr/>
          <p:nvPr userDrawn="1"/>
        </p:nvSpPr>
        <p:spPr>
          <a:xfrm>
            <a:off x="11634902" y="2565781"/>
            <a:ext cx="283407" cy="283407"/>
          </a:xfrm>
          <a:prstGeom prst="ellipse">
            <a:avLst/>
          </a:prstGeom>
          <a:solidFill>
            <a:schemeClr val="accent2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F733BC29-8FD1-CB45-8FF6-0C7CC3CB423D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4C67EB1F-C984-B840-BD1F-FD174D01A3AF}"/>
              </a:ext>
            </a:extLst>
          </p:cNvPr>
          <p:cNvSpPr/>
          <p:nvPr userDrawn="1"/>
        </p:nvSpPr>
        <p:spPr>
          <a:xfrm>
            <a:off x="6135" y="0"/>
            <a:ext cx="1700492" cy="1700492"/>
          </a:xfrm>
          <a:prstGeom prst="ellipse">
            <a:avLst/>
          </a:prstGeom>
          <a:noFill/>
          <a:ln w="3810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grpSp>
        <p:nvGrpSpPr>
          <p:cNvPr id="39" name="Группа 38">
            <a:extLst>
              <a:ext uri="{FF2B5EF4-FFF2-40B4-BE49-F238E27FC236}">
                <a16:creationId xmlns:a16="http://schemas.microsoft.com/office/drawing/2014/main" id="{9D75F8B1-A294-E349-BD08-B06B2954212A}"/>
              </a:ext>
            </a:extLst>
          </p:cNvPr>
          <p:cNvGrpSpPr/>
          <p:nvPr userDrawn="1"/>
        </p:nvGrpSpPr>
        <p:grpSpPr>
          <a:xfrm>
            <a:off x="495300" y="0"/>
            <a:ext cx="11201400" cy="6880860"/>
            <a:chOff x="495300" y="0"/>
            <a:chExt cx="11201400" cy="6880860"/>
          </a:xfrm>
        </p:grpSpPr>
        <p:sp>
          <p:nvSpPr>
            <p:cNvPr id="33" name="Полилиния 32">
              <a:extLst>
                <a:ext uri="{FF2B5EF4-FFF2-40B4-BE49-F238E27FC236}">
                  <a16:creationId xmlns:a16="http://schemas.microsoft.com/office/drawing/2014/main" id="{5942EFAD-842E-9C46-9853-C0F135D24007}"/>
                </a:ext>
              </a:extLst>
            </p:cNvPr>
            <p:cNvSpPr/>
            <p:nvPr userDrawn="1"/>
          </p:nvSpPr>
          <p:spPr>
            <a:xfrm>
              <a:off x="495300" y="0"/>
              <a:ext cx="1337265" cy="6880860"/>
            </a:xfrm>
            <a:custGeom>
              <a:avLst/>
              <a:gdLst>
                <a:gd name="connsiteX0" fmla="*/ 1173967 w 1337265"/>
                <a:gd name="connsiteY0" fmla="*/ 0 h 6880860"/>
                <a:gd name="connsiteX1" fmla="*/ 1319300 w 1337265"/>
                <a:gd name="connsiteY1" fmla="*/ 0 h 6880860"/>
                <a:gd name="connsiteX2" fmla="*/ 1204253 w 1337265"/>
                <a:gd name="connsiteY2" fmla="*/ 146399 h 6880860"/>
                <a:gd name="connsiteX3" fmla="*/ 114300 w 1337265"/>
                <a:gd name="connsiteY3" fmla="*/ 3429000 h 6880860"/>
                <a:gd name="connsiteX4" fmla="*/ 1204253 w 1337265"/>
                <a:gd name="connsiteY4" fmla="*/ 6711601 h 6880860"/>
                <a:gd name="connsiteX5" fmla="*/ 1337265 w 1337265"/>
                <a:gd name="connsiteY5" fmla="*/ 6880860 h 6880860"/>
                <a:gd name="connsiteX6" fmla="*/ 1191931 w 1337265"/>
                <a:gd name="connsiteY6" fmla="*/ 6880860 h 6880860"/>
                <a:gd name="connsiteX7" fmla="*/ 1112661 w 1337265"/>
                <a:gd name="connsiteY7" fmla="*/ 6779988 h 6880860"/>
                <a:gd name="connsiteX8" fmla="*/ 0 w 1337265"/>
                <a:gd name="connsiteY8" fmla="*/ 3429000 h 6880860"/>
                <a:gd name="connsiteX9" fmla="*/ 1112661 w 1337265"/>
                <a:gd name="connsiteY9" fmla="*/ 78012 h 6880860"/>
                <a:gd name="connsiteX10" fmla="*/ 1173967 w 1337265"/>
                <a:gd name="connsiteY10" fmla="*/ 0 h 6880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37265" h="6880860">
                  <a:moveTo>
                    <a:pt x="1173967" y="0"/>
                  </a:moveTo>
                  <a:lnTo>
                    <a:pt x="1319300" y="0"/>
                  </a:lnTo>
                  <a:lnTo>
                    <a:pt x="1204253" y="146399"/>
                  </a:lnTo>
                  <a:cubicBezTo>
                    <a:pt x="519693" y="1061765"/>
                    <a:pt x="114300" y="2198040"/>
                    <a:pt x="114300" y="3429000"/>
                  </a:cubicBezTo>
                  <a:cubicBezTo>
                    <a:pt x="114300" y="4659960"/>
                    <a:pt x="519693" y="5796235"/>
                    <a:pt x="1204253" y="6711601"/>
                  </a:cubicBezTo>
                  <a:lnTo>
                    <a:pt x="1337265" y="6880860"/>
                  </a:lnTo>
                  <a:lnTo>
                    <a:pt x="1191931" y="6880860"/>
                  </a:lnTo>
                  <a:lnTo>
                    <a:pt x="1112661" y="6779988"/>
                  </a:lnTo>
                  <a:cubicBezTo>
                    <a:pt x="413839" y="5845552"/>
                    <a:pt x="0" y="4685605"/>
                    <a:pt x="0" y="3429000"/>
                  </a:cubicBezTo>
                  <a:cubicBezTo>
                    <a:pt x="0" y="2172395"/>
                    <a:pt x="413839" y="1012448"/>
                    <a:pt x="1112661" y="78012"/>
                  </a:cubicBezTo>
                  <a:lnTo>
                    <a:pt x="117396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32" name="Полилиния 31">
              <a:extLst>
                <a:ext uri="{FF2B5EF4-FFF2-40B4-BE49-F238E27FC236}">
                  <a16:creationId xmlns:a16="http://schemas.microsoft.com/office/drawing/2014/main" id="{BE0B7AF7-52C0-EB45-93DE-79DFF44F5AAE}"/>
                </a:ext>
              </a:extLst>
            </p:cNvPr>
            <p:cNvSpPr/>
            <p:nvPr userDrawn="1"/>
          </p:nvSpPr>
          <p:spPr>
            <a:xfrm>
              <a:off x="10359435" y="0"/>
              <a:ext cx="1337265" cy="6880860"/>
            </a:xfrm>
            <a:custGeom>
              <a:avLst/>
              <a:gdLst>
                <a:gd name="connsiteX0" fmla="*/ 17965 w 1337265"/>
                <a:gd name="connsiteY0" fmla="*/ 0 h 6880860"/>
                <a:gd name="connsiteX1" fmla="*/ 163299 w 1337265"/>
                <a:gd name="connsiteY1" fmla="*/ 0 h 6880860"/>
                <a:gd name="connsiteX2" fmla="*/ 224604 w 1337265"/>
                <a:gd name="connsiteY2" fmla="*/ 78012 h 6880860"/>
                <a:gd name="connsiteX3" fmla="*/ 1337265 w 1337265"/>
                <a:gd name="connsiteY3" fmla="*/ 3429000 h 6880860"/>
                <a:gd name="connsiteX4" fmla="*/ 224604 w 1337265"/>
                <a:gd name="connsiteY4" fmla="*/ 6779988 h 6880860"/>
                <a:gd name="connsiteX5" fmla="*/ 145334 w 1337265"/>
                <a:gd name="connsiteY5" fmla="*/ 6880860 h 6880860"/>
                <a:gd name="connsiteX6" fmla="*/ 0 w 1337265"/>
                <a:gd name="connsiteY6" fmla="*/ 6880860 h 6880860"/>
                <a:gd name="connsiteX7" fmla="*/ 133012 w 1337265"/>
                <a:gd name="connsiteY7" fmla="*/ 6711601 h 6880860"/>
                <a:gd name="connsiteX8" fmla="*/ 1222965 w 1337265"/>
                <a:gd name="connsiteY8" fmla="*/ 3429000 h 6880860"/>
                <a:gd name="connsiteX9" fmla="*/ 133012 w 1337265"/>
                <a:gd name="connsiteY9" fmla="*/ 146399 h 6880860"/>
                <a:gd name="connsiteX10" fmla="*/ 17965 w 1337265"/>
                <a:gd name="connsiteY10" fmla="*/ 0 h 6880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37265" h="6880860">
                  <a:moveTo>
                    <a:pt x="17965" y="0"/>
                  </a:moveTo>
                  <a:lnTo>
                    <a:pt x="163299" y="0"/>
                  </a:lnTo>
                  <a:lnTo>
                    <a:pt x="224604" y="78012"/>
                  </a:lnTo>
                  <a:cubicBezTo>
                    <a:pt x="923426" y="1012448"/>
                    <a:pt x="1337265" y="2172395"/>
                    <a:pt x="1337265" y="3429000"/>
                  </a:cubicBezTo>
                  <a:cubicBezTo>
                    <a:pt x="1337265" y="4685605"/>
                    <a:pt x="923426" y="5845552"/>
                    <a:pt x="224604" y="6779988"/>
                  </a:cubicBezTo>
                  <a:lnTo>
                    <a:pt x="145334" y="6880860"/>
                  </a:lnTo>
                  <a:lnTo>
                    <a:pt x="0" y="6880860"/>
                  </a:lnTo>
                  <a:lnTo>
                    <a:pt x="133012" y="6711601"/>
                  </a:lnTo>
                  <a:cubicBezTo>
                    <a:pt x="817572" y="5796235"/>
                    <a:pt x="1222965" y="4659960"/>
                    <a:pt x="1222965" y="3429000"/>
                  </a:cubicBezTo>
                  <a:cubicBezTo>
                    <a:pt x="1222965" y="2198040"/>
                    <a:pt x="817572" y="1061765"/>
                    <a:pt x="133012" y="146399"/>
                  </a:cubicBezTo>
                  <a:lnTo>
                    <a:pt x="1796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25969842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2" name="Дата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7A79461-147E-4321-BCEB-239C620C895A}" type="datetime1">
              <a:rPr lang="ru-RU" noProof="0" smtClean="0"/>
              <a:t>22.02.2021</a:t>
            </a:fld>
            <a:endParaRPr lang="ru-RU" noProof="0" dirty="0"/>
          </a:p>
        </p:txBody>
      </p:sp>
      <p:sp>
        <p:nvSpPr>
          <p:cNvPr id="9" name="Нижний колонтитул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10" name="Номер слайда 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D06E6D77-4CA3-764C-99E1-7D2CFE6B929E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1D155117-8A2A-414B-9598-C2919DF747DC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53838F88-99DE-9246-A83B-9C7DB6AE99EF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D031FBA2-FD0D-7346-8941-4861923E15CF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022D5D5E-3339-5D47-9E1C-8897082672DB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6" name="Овал 15">
              <a:extLst>
                <a:ext uri="{FF2B5EF4-FFF2-40B4-BE49-F238E27FC236}">
                  <a16:creationId xmlns:a16="http://schemas.microsoft.com/office/drawing/2014/main" id="{13BE7267-458F-A141-8480-10E9FB553671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7" name="Овал 16">
              <a:extLst>
                <a:ext uri="{FF2B5EF4-FFF2-40B4-BE49-F238E27FC236}">
                  <a16:creationId xmlns:a16="http://schemas.microsoft.com/office/drawing/2014/main" id="{A71A438B-57BE-F445-AFBB-BBB2270E9BB4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8" name="Заголовок 1">
            <a:extLst>
              <a:ext uri="{FF2B5EF4-FFF2-40B4-BE49-F238E27FC236}">
                <a16:creationId xmlns:a16="http://schemas.microsoft.com/office/drawing/2014/main" id="{040C74AA-3663-2A49-AA62-C9207F22BF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10058400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8E70AAE0-F405-8C4D-B2F2-BC73ABD2560F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2" name="Овал 21">
            <a:extLst>
              <a:ext uri="{FF2B5EF4-FFF2-40B4-BE49-F238E27FC236}">
                <a16:creationId xmlns:a16="http://schemas.microsoft.com/office/drawing/2014/main" id="{FC72AC8A-19AA-5641-88DA-414732A1A643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3" name="Овал 22">
            <a:extLst>
              <a:ext uri="{FF2B5EF4-FFF2-40B4-BE49-F238E27FC236}">
                <a16:creationId xmlns:a16="http://schemas.microsoft.com/office/drawing/2014/main" id="{B0FF4153-FE4A-204C-B4B4-F331F8058F73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0" name="Овал 19">
            <a:extLst>
              <a:ext uri="{FF2B5EF4-FFF2-40B4-BE49-F238E27FC236}">
                <a16:creationId xmlns:a16="http://schemas.microsoft.com/office/drawing/2014/main" id="{C0910027-B57E-5C4C-B196-C2CF16EB6B83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3879728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rtlCol="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1097280" y="2958274"/>
            <a:ext cx="4639736" cy="2910821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rtlCol="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515944" y="2958273"/>
            <a:ext cx="4639736" cy="2910821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2" name="Дата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C74DA27-089F-41DB-9018-6804069C0386}" type="datetime1">
              <a:rPr lang="ru-RU" noProof="0" smtClean="0"/>
              <a:t>22.02.2021</a:t>
            </a:fld>
            <a:endParaRPr lang="ru-RU" noProof="0" dirty="0"/>
          </a:p>
        </p:txBody>
      </p:sp>
      <p:sp>
        <p:nvSpPr>
          <p:cNvPr id="11" name="Нижний колонтитул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12" name="Номер слайда 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DD896C11-7092-DD43-9676-23A81081B759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D39FB8D4-533A-0C44-89B5-487470B0B82B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C642B0AB-C322-C14B-B2A1-E9F144473219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6" name="Овал 15">
              <a:extLst>
                <a:ext uri="{FF2B5EF4-FFF2-40B4-BE49-F238E27FC236}">
                  <a16:creationId xmlns:a16="http://schemas.microsoft.com/office/drawing/2014/main" id="{47ABE4C7-7926-3949-9205-07E33FB2D2CE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7" name="Овал 16">
              <a:extLst>
                <a:ext uri="{FF2B5EF4-FFF2-40B4-BE49-F238E27FC236}">
                  <a16:creationId xmlns:a16="http://schemas.microsoft.com/office/drawing/2014/main" id="{E1B43F26-6C7C-4D43-9D1C-A0F792F54874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8" name="Овал 17">
              <a:extLst>
                <a:ext uri="{FF2B5EF4-FFF2-40B4-BE49-F238E27FC236}">
                  <a16:creationId xmlns:a16="http://schemas.microsoft.com/office/drawing/2014/main" id="{C53D175F-F9D4-DD4E-81B9-495A2E867249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9" name="Овал 18">
              <a:extLst>
                <a:ext uri="{FF2B5EF4-FFF2-40B4-BE49-F238E27FC236}">
                  <a16:creationId xmlns:a16="http://schemas.microsoft.com/office/drawing/2014/main" id="{852D03A0-BBCF-2042-832A-8082F1377835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20" name="Заголовок 1">
            <a:extLst>
              <a:ext uri="{FF2B5EF4-FFF2-40B4-BE49-F238E27FC236}">
                <a16:creationId xmlns:a16="http://schemas.microsoft.com/office/drawing/2014/main" id="{E2831508-70C2-2F43-998D-55CE4837BA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10058400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  <p:sp>
        <p:nvSpPr>
          <p:cNvPr id="21" name="Овал 20">
            <a:extLst>
              <a:ext uri="{FF2B5EF4-FFF2-40B4-BE49-F238E27FC236}">
                <a16:creationId xmlns:a16="http://schemas.microsoft.com/office/drawing/2014/main" id="{5232ACE3-4E65-6243-9416-19BFA39FD92C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4" name="Овал 23">
            <a:extLst>
              <a:ext uri="{FF2B5EF4-FFF2-40B4-BE49-F238E27FC236}">
                <a16:creationId xmlns:a16="http://schemas.microsoft.com/office/drawing/2014/main" id="{6A372105-F1CB-9149-A4B9-C151B3CCB9B4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6" name="Овал 25">
            <a:extLst>
              <a:ext uri="{FF2B5EF4-FFF2-40B4-BE49-F238E27FC236}">
                <a16:creationId xmlns:a16="http://schemas.microsoft.com/office/drawing/2014/main" id="{CAE2DDF3-5C18-5644-8994-8CD902656DE8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2" name="Овал 21">
            <a:extLst>
              <a:ext uri="{FF2B5EF4-FFF2-40B4-BE49-F238E27FC236}">
                <a16:creationId xmlns:a16="http://schemas.microsoft.com/office/drawing/2014/main" id="{0383F4E3-E6C1-BB40-90E6-290C140F9A07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195941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Дата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CF5337F-F302-414C-9999-654EC56929E7}" type="datetime1">
              <a:rPr lang="ru-RU" noProof="0" smtClean="0"/>
              <a:t>22.02.2021</a:t>
            </a:fld>
            <a:endParaRPr lang="ru-RU" noProof="0" dirty="0"/>
          </a:p>
        </p:txBody>
      </p:sp>
      <p:sp>
        <p:nvSpPr>
          <p:cNvPr id="7" name="Нижний колонтитул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8" name="Номер слайда 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A2C09A16-A6B6-E04E-A40A-F482C0A95C0A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10" name="Овал 9">
              <a:extLst>
                <a:ext uri="{FF2B5EF4-FFF2-40B4-BE49-F238E27FC236}">
                  <a16:creationId xmlns:a16="http://schemas.microsoft.com/office/drawing/2014/main" id="{A6B2DF34-338D-4F43-B8F7-D7A00348B68B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33778C21-4171-774D-A73F-77BEBF2E4C18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CC25D2EF-AE01-A247-8BC3-8F35F863C0A6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5F860801-109B-EB4F-96A8-35D76B759583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97337F70-9199-7242-BD8B-8F96606A18A1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DF9320B7-AD58-7649-BC95-614ED90F4E69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0C0DE796-998A-F84E-9B56-1958C6777C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10058400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7B23D2B0-E152-D14D-8154-8DD47BD10DF3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3" name="Овал 22">
            <a:extLst>
              <a:ext uri="{FF2B5EF4-FFF2-40B4-BE49-F238E27FC236}">
                <a16:creationId xmlns:a16="http://schemas.microsoft.com/office/drawing/2014/main" id="{8A3BEDF6-5ABA-3B42-99BB-4438813B1A4B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4" name="Овал 23">
            <a:extLst>
              <a:ext uri="{FF2B5EF4-FFF2-40B4-BE49-F238E27FC236}">
                <a16:creationId xmlns:a16="http://schemas.microsoft.com/office/drawing/2014/main" id="{A9CF8BE7-F2AC-AB4C-900F-F64D55111EFC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7" name="Овал 26">
            <a:extLst>
              <a:ext uri="{FF2B5EF4-FFF2-40B4-BE49-F238E27FC236}">
                <a16:creationId xmlns:a16="http://schemas.microsoft.com/office/drawing/2014/main" id="{5EF4254B-D281-684E-BD0B-63AEC0AC197C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1800130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Дата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F63DE5C-7286-415E-BD66-0312B5E1AB50}" type="datetime1">
              <a:rPr lang="ru-RU" noProof="0" smtClean="0"/>
              <a:t>22.02.2021</a:t>
            </a:fld>
            <a:endParaRPr lang="ru-RU" noProof="0" dirty="0"/>
          </a:p>
        </p:txBody>
      </p:sp>
      <p:sp>
        <p:nvSpPr>
          <p:cNvPr id="7" name="Нижний колонтитул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8" name="Номер слайда 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A2C09A16-A6B6-E04E-A40A-F482C0A95C0A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10" name="Овал 9">
              <a:extLst>
                <a:ext uri="{FF2B5EF4-FFF2-40B4-BE49-F238E27FC236}">
                  <a16:creationId xmlns:a16="http://schemas.microsoft.com/office/drawing/2014/main" id="{A6B2DF34-338D-4F43-B8F7-D7A00348B68B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33778C21-4171-774D-A73F-77BEBF2E4C18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CC25D2EF-AE01-A247-8BC3-8F35F863C0A6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5F860801-109B-EB4F-96A8-35D76B759583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97337F70-9199-7242-BD8B-8F96606A18A1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DF9320B7-AD58-7649-BC95-614ED90F4E69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0C0DE796-998A-F84E-9B56-1958C6777C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5751389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  <p:sp>
        <p:nvSpPr>
          <p:cNvPr id="21" name="Рисунок 20">
            <a:extLst>
              <a:ext uri="{FF2B5EF4-FFF2-40B4-BE49-F238E27FC236}">
                <a16:creationId xmlns:a16="http://schemas.microsoft.com/office/drawing/2014/main" id="{384D173E-9054-4C40-98EA-A6EAC4D8511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921641" y="0"/>
            <a:ext cx="4270360" cy="6858001"/>
          </a:xfrm>
          <a:custGeom>
            <a:avLst/>
            <a:gdLst>
              <a:gd name="connsiteX0" fmla="*/ 1904091 w 4305219"/>
              <a:gd name="connsiteY0" fmla="*/ 0 h 6913983"/>
              <a:gd name="connsiteX1" fmla="*/ 4305219 w 4305219"/>
              <a:gd name="connsiteY1" fmla="*/ 0 h 6913983"/>
              <a:gd name="connsiteX2" fmla="*/ 4305219 w 4305219"/>
              <a:gd name="connsiteY2" fmla="*/ 6913983 h 6913983"/>
              <a:gd name="connsiteX3" fmla="*/ 1818156 w 4305219"/>
              <a:gd name="connsiteY3" fmla="*/ 6913983 h 6913983"/>
              <a:gd name="connsiteX4" fmla="*/ 1507580 w 4305219"/>
              <a:gd name="connsiteY4" fmla="*/ 6681739 h 6913983"/>
              <a:gd name="connsiteX5" fmla="*/ 0 w 4305219"/>
              <a:gd name="connsiteY5" fmla="*/ 3484983 h 6913983"/>
              <a:gd name="connsiteX6" fmla="*/ 1826504 w 4305219"/>
              <a:gd name="connsiteY6" fmla="*/ 49741 h 6913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05219" h="6913983">
                <a:moveTo>
                  <a:pt x="1904091" y="0"/>
                </a:moveTo>
                <a:lnTo>
                  <a:pt x="4305219" y="0"/>
                </a:lnTo>
                <a:lnTo>
                  <a:pt x="4305219" y="6913983"/>
                </a:lnTo>
                <a:lnTo>
                  <a:pt x="1818156" y="6913983"/>
                </a:lnTo>
                <a:lnTo>
                  <a:pt x="1507580" y="6681739"/>
                </a:lnTo>
                <a:cubicBezTo>
                  <a:pt x="586863" y="5921896"/>
                  <a:pt x="0" y="4771974"/>
                  <a:pt x="0" y="3484983"/>
                </a:cubicBezTo>
                <a:cubicBezTo>
                  <a:pt x="0" y="2054993"/>
                  <a:pt x="724522" y="794225"/>
                  <a:pt x="1826504" y="49741"/>
                </a:cubicBezTo>
                <a:close/>
              </a:path>
            </a:pathLst>
          </a:custGeom>
          <a:gradFill flip="none" rotWithShape="1">
            <a:gsLst>
              <a:gs pos="0">
                <a:schemeClr val="accent6">
                  <a:lumMod val="89000"/>
                </a:schemeClr>
              </a:gs>
              <a:gs pos="23000">
                <a:schemeClr val="accent6">
                  <a:lumMod val="89000"/>
                </a:schemeClr>
              </a:gs>
              <a:gs pos="69000">
                <a:schemeClr val="accent6">
                  <a:lumMod val="75000"/>
                </a:schemeClr>
              </a:gs>
              <a:gs pos="97000">
                <a:schemeClr val="accent6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 wrap="square" rtlCol="0">
            <a:noAutofit/>
          </a:bodyPr>
          <a:lstStyle/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sp>
        <p:nvSpPr>
          <p:cNvPr id="18" name="Объект 2">
            <a:extLst>
              <a:ext uri="{FF2B5EF4-FFF2-40B4-BE49-F238E27FC236}">
                <a16:creationId xmlns:a16="http://schemas.microsoft.com/office/drawing/2014/main" id="{881322FE-E286-E344-B332-CF37E6CAD2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97278" y="2322728"/>
            <a:ext cx="5751389" cy="4032225"/>
          </a:xfrm>
        </p:spPr>
        <p:txBody>
          <a:bodyPr rtlCol="0" anchor="t"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8299856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5F888F6-BA81-4650-96F1-E4BE1E5DDAE1}" type="datetime1">
              <a:rPr lang="ru-RU" noProof="0" smtClean="0"/>
              <a:t>22.02.2021</a:t>
            </a:fld>
            <a:endParaRPr lang="ru-RU" noProof="0" dirty="0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4" name="Номер слайда 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0105073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ru-RU" noProof="0" dirty="0"/>
              <a:t>Стиль образца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97280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2184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rgbClr val="FFFFFF"/>
                </a:solidFill>
              </a:defRPr>
            </a:lvl1pPr>
          </a:lstStyle>
          <a:p>
            <a:pPr rtl="0"/>
            <a:fld id="{AB14CD44-37FB-48CC-A24D-89C3A643DD86}" type="datetime1">
              <a:rPr lang="ru-RU" noProof="0" smtClean="0"/>
              <a:t>22.02.2021</a:t>
            </a:fld>
            <a:endParaRPr lang="ru-RU" noProof="0" dirty="0"/>
          </a:p>
        </p:txBody>
      </p:sp>
      <p:sp>
        <p:nvSpPr>
          <p:cNvPr id="5" name="Нижний колонтитул 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6818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 baseline="0">
                <a:solidFill>
                  <a:srgbClr val="FFFFFF"/>
                </a:solidFill>
              </a:defRPr>
            </a:lvl1pPr>
          </a:lstStyle>
          <a:p>
            <a:pPr rtl="0"/>
            <a:endParaRPr lang="ru-RU" noProof="0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10993582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rgbClr val="FFFFFF"/>
                </a:solidFill>
              </a:defRPr>
            </a:lvl1pPr>
          </a:lstStyle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690285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22" r:id="rId3"/>
    <p:sldLayoutId id="2147483708" r:id="rId4"/>
    <p:sldLayoutId id="2147483709" r:id="rId5"/>
    <p:sldLayoutId id="2147483716" r:id="rId6"/>
    <p:sldLayoutId id="2147483710" r:id="rId7"/>
    <p:sldLayoutId id="2147483724" r:id="rId8"/>
    <p:sldLayoutId id="2147483711" r:id="rId9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0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F50278-9A9A-0F4E-BDCF-6351BE1732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/>
            <a:r>
              <a:rPr lang="ru-RU" dirty="0" err="1"/>
              <a:t>Рабдологічий</a:t>
            </a:r>
            <a:r>
              <a:rPr lang="ru-RU" dirty="0"/>
              <a:t> абак Клода Перо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17F481B-9C2C-084A-8DF1-0582D2DA4B0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/>
          <a:lstStyle/>
          <a:p>
            <a:pPr rtl="0"/>
            <a:r>
              <a:rPr lang="ru-RU" dirty="0" err="1"/>
              <a:t>Виконали</a:t>
            </a:r>
            <a:r>
              <a:rPr lang="ru-RU" dirty="0"/>
              <a:t>: </a:t>
            </a:r>
            <a:r>
              <a:rPr lang="ru-RU" dirty="0" err="1"/>
              <a:t>Колдунова</a:t>
            </a:r>
            <a:r>
              <a:rPr lang="ru-RU" dirty="0"/>
              <a:t> </a:t>
            </a:r>
            <a:r>
              <a:rPr lang="ru-RU" dirty="0" err="1"/>
              <a:t>Анастасія</a:t>
            </a:r>
            <a:r>
              <a:rPr lang="ru-RU" dirty="0"/>
              <a:t> і </a:t>
            </a:r>
            <a:r>
              <a:rPr lang="ru-RU" dirty="0" err="1"/>
              <a:t>Колдунова</a:t>
            </a:r>
            <a:r>
              <a:rPr lang="ru-RU" dirty="0"/>
              <a:t> </a:t>
            </a:r>
            <a:r>
              <a:rPr lang="ru-RU" dirty="0" err="1"/>
              <a:t>Тетяна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7693486"/>
      </p:ext>
    </p:extLst>
  </p:cSld>
  <p:clrMapOvr>
    <a:masterClrMapping/>
  </p:clrMapOvr>
</p:sld>
</file>

<file path=ppt/theme/theme1.xml><?xml version="1.0" encoding="utf-8"?>
<a:theme xmlns:a="http://schemas.openxmlformats.org/drawingml/2006/main" name="РетроспективаVTI">
  <a:themeElements>
    <a:clrScheme name="Brights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Consolas-Verdana">
      <a:majorFont>
        <a:latin typeface="Consolas" panose="020B0609020204030204"/>
        <a:ea typeface=""/>
        <a:cs typeface=""/>
        <a:font script="Jpan" typeface="HG丸ｺﾞｼｯｸM-PRO"/>
        <a:font script="Hang" typeface="HY중고딕"/>
        <a:font script="Hans" typeface="华文楷体"/>
        <a:font script="Hant" typeface="新細明體"/>
        <a:font script="Arab" typeface="Tahoma"/>
        <a:font script="Hebr" typeface="Levenim MT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Verdana" panose="020B060403050404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2167610_TF66722518.potx" id="{99535A38-7086-4F19-BA2D-7114A7639216}" vid="{E1E69E6A-375F-4B0F-8CE5-93EFF684DE41}"/>
    </a:ext>
  </a:extLst>
</a:theme>
</file>

<file path=ppt/theme/theme2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fa6e671f1cd7e4d96ff9652be322dd5e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4e2496f70b101db0b8013f30a071bbf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8F4328E-77DF-41E8-952F-124AE19F1F7C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6A7FA506-1E93-4CA4-B270-1F08FD18C36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F2FE978-FCBC-4C90-A410-B547AA70606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РетроспективаVTI</Template>
  <TotalTime>20</TotalTime>
  <Words>12</Words>
  <Application>Microsoft Macintosh PowerPoint</Application>
  <PresentationFormat>Широкоэкранный</PresentationFormat>
  <Paragraphs>3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Calibri</vt:lpstr>
      <vt:lpstr>Consolas</vt:lpstr>
      <vt:lpstr>Verdana</vt:lpstr>
      <vt:lpstr>РетроспективаVTI</vt:lpstr>
      <vt:lpstr>Рабдологічий абак Клода Перо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Рабдологічий абак Клода Перо</dc:title>
  <dc:creator>Microsoft Office User</dc:creator>
  <cp:lastModifiedBy>Microsoft Office User</cp:lastModifiedBy>
  <cp:revision>3</cp:revision>
  <dcterms:created xsi:type="dcterms:W3CDTF">2021-02-22T07:12:04Z</dcterms:created>
  <dcterms:modified xsi:type="dcterms:W3CDTF">2021-02-22T07:32:57Z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
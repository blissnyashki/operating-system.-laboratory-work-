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4"/>
  </p:sldMasterIdLst>
  <p:notesMasterIdLst>
    <p:notesMasterId r:id="rId9"/>
  </p:notesMasterIdLst>
  <p:handoutMasterIdLst>
    <p:handoutMasterId r:id="rId10"/>
  </p:handoutMasterIdLst>
  <p:sldIdLst>
    <p:sldId id="348" r:id="rId5"/>
    <p:sldId id="349" r:id="rId6"/>
    <p:sldId id="350" r:id="rId7"/>
    <p:sldId id="351" r:id="rId8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5" autoAdjust="0"/>
    <p:restoredTop sz="95958" autoAdjust="0"/>
  </p:normalViewPr>
  <p:slideViewPr>
    <p:cSldViewPr snapToGrid="0">
      <p:cViewPr varScale="1">
        <p:scale>
          <a:sx n="116" d="100"/>
          <a:sy n="116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22.02.2021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22.02.2021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13000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Дата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F2DED7-F6AC-4866-8138-11B328ED7527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6" name="Номер слайда 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8EC5FC9-F7D0-0141-850B-7623CA81A77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B8F839E6-7F1F-6E4D-B83C-F5DA99E98229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5EACA50E-A3A8-9D41-B30C-03B00FB2DEF0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92073B-F20B-034A-BC3A-9B993F0DD0BA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4091F50-D240-B145-B0B1-DAEDDFDE34AD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F888F6-BA81-4650-96F1-E4BE1E5DDAE1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4" name="Номер слайда 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ru-RU" noProof="0" dirty="0"/>
              <a:t>Стиль образца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22" r:id="rId3"/>
    <p:sldLayoutId id="2147483708" r:id="rId4"/>
    <p:sldLayoutId id="2147483709" r:id="rId5"/>
    <p:sldLayoutId id="2147483716" r:id="rId6"/>
    <p:sldLayoutId id="2147483710" r:id="rId7"/>
    <p:sldLayoutId id="2147483724" r:id="rId8"/>
    <p:sldLayoutId id="2147483711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/>
              <a:t>Рабдологічий</a:t>
            </a:r>
            <a:r>
              <a:rPr lang="ru-RU" dirty="0"/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 err="1"/>
              <a:t>Виконали</a:t>
            </a:r>
            <a:r>
              <a:rPr lang="ru-RU" dirty="0"/>
              <a:t>: </a:t>
            </a:r>
            <a:r>
              <a:rPr lang="ru-RU" dirty="0" err="1"/>
              <a:t>Колдунова</a:t>
            </a:r>
            <a:r>
              <a:rPr lang="ru-RU" dirty="0"/>
              <a:t> </a:t>
            </a:r>
            <a:r>
              <a:rPr lang="ru-RU" dirty="0" err="1"/>
              <a:t>Анастасія</a:t>
            </a:r>
            <a:r>
              <a:rPr lang="ru-RU" dirty="0"/>
              <a:t> і </a:t>
            </a:r>
            <a:r>
              <a:rPr lang="ru-RU" dirty="0" err="1"/>
              <a:t>Колдунова</a:t>
            </a:r>
            <a:r>
              <a:rPr lang="ru-RU" dirty="0"/>
              <a:t> </a:t>
            </a:r>
            <a:r>
              <a:rPr lang="ru-RU" dirty="0" err="1"/>
              <a:t>Тетяна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F0C2A369-1122-BF40-94AA-E9EBD9D7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 err="1"/>
              <a:t>Рабдологический</a:t>
            </a:r>
            <a:r>
              <a:rPr lang="ru-RU" dirty="0"/>
              <a:t> абак – суммирующая машина, изобретенная Клодом Перро, братом знаменитого сказочника Шарля Перро. Впервые, упоминание об этом изобретении встречается в 1700 году в книге «Сборник большого числа машин собственного сочинения», изданной Клодом Перро посмертно.</a:t>
            </a:r>
          </a:p>
          <a:p>
            <a:r>
              <a:rPr lang="ru-RU" dirty="0"/>
              <a:t>Счетная машина, действительно, представляла собой пластину в палец толщиной, примерно 30 сантиметров высотой и 14 – шириной. На лицевой стороне машины было вырезано два окошка для отображения результатов. В верхнем окошке показывался результат вычитания, а в нижнем – сложения.</a:t>
            </a:r>
          </a:p>
          <a:p>
            <a:r>
              <a:rPr lang="ru-RU" dirty="0"/>
              <a:t>В нижней части лицевой стороны была выгравирована таблица умножения.</a:t>
            </a:r>
          </a:p>
          <a:p>
            <a:endParaRPr lang="ru-UA" dirty="0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55D852-1206-1841-884B-592351A6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09" y="421816"/>
            <a:ext cx="10058400" cy="1369074"/>
          </a:xfrm>
        </p:spPr>
        <p:txBody>
          <a:bodyPr/>
          <a:lstStyle/>
          <a:p>
            <a:r>
              <a:rPr lang="ru-UA" dirty="0"/>
              <a:t>Про Устройстов</a:t>
            </a:r>
            <a:r>
              <a:rPr lang="uk-UA" dirty="0"/>
              <a:t>о</a:t>
            </a:r>
            <a:endParaRPr lang="ru-UA" dirty="0"/>
          </a:p>
        </p:txBody>
      </p:sp>
      <p:pic>
        <p:nvPicPr>
          <p:cNvPr id="1028" name="Picture 4" descr="Клод Перро ">
            <a:extLst>
              <a:ext uri="{FF2B5EF4-FFF2-40B4-BE49-F238E27FC236}">
                <a16:creationId xmlns:a16="http://schemas.microsoft.com/office/drawing/2014/main" id="{8AD46CB6-3DD7-0140-AAB0-E8C70182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7" y="165686"/>
            <a:ext cx="1400994" cy="188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41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259D92BD-231B-014E-9650-0A3B37AF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UA" dirty="0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CB06251-69A7-8A47-88C6-E0A926A3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UA" dirty="0"/>
          </a:p>
        </p:txBody>
      </p:sp>
      <p:pic>
        <p:nvPicPr>
          <p:cNvPr id="2052" name="Picture 4" descr="Рабдологический абак Клода Перро / Блог компании ua-hosting.company / Хабр">
            <a:extLst>
              <a:ext uri="{FF2B5EF4-FFF2-40B4-BE49-F238E27FC236}">
                <a16:creationId xmlns:a16="http://schemas.microsoft.com/office/drawing/2014/main" id="{59C9C4D0-4C38-9448-B2BF-3A1515F85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2" y="-1"/>
            <a:ext cx="8241412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Рабдологический абак. Вид сверху.">
            <a:extLst>
              <a:ext uri="{FF2B5EF4-FFF2-40B4-BE49-F238E27FC236}">
                <a16:creationId xmlns:a16="http://schemas.microsoft.com/office/drawing/2014/main" id="{FA93DA59-4F39-3F49-9396-2E3C60E9D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963" y="0"/>
            <a:ext cx="39830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888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3AB8C1B9-50B4-B84D-97B4-E40CFBC06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UA"/>
              <a:t>Передача данных происходит следущим образом: сначала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45C835-2940-5143-8E0A-F37402D9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UA" dirty="0"/>
              <a:t>Работа механической ИС</a:t>
            </a:r>
          </a:p>
        </p:txBody>
      </p:sp>
    </p:spTree>
    <p:extLst>
      <p:ext uri="{BB962C8B-B14F-4D97-AF65-F5344CB8AC3E}">
        <p14:creationId xmlns:p14="http://schemas.microsoft.com/office/powerpoint/2010/main" val="2068964197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спективаVTI">
  <a:themeElements>
    <a:clrScheme name="Brights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2167610_TF66722518.potx" id="{99535A38-7086-4F19-BA2D-7114A7639216}" vid="{E1E69E6A-375F-4B0F-8CE5-93EFF684DE41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РетроспективаVTI</Template>
  <TotalTime>2048</TotalTime>
  <Words>122</Words>
  <Application>Microsoft Macintosh PowerPoint</Application>
  <PresentationFormat>Широкоэкранный</PresentationFormat>
  <Paragraphs>9</Paragraphs>
  <Slides>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Consolas</vt:lpstr>
      <vt:lpstr>Verdana</vt:lpstr>
      <vt:lpstr>РетроспективаVTI</vt:lpstr>
      <vt:lpstr>Рабдологічий абак Клода Перо</vt:lpstr>
      <vt:lpstr>Про Устройстово</vt:lpstr>
      <vt:lpstr>Презентация PowerPoint</vt:lpstr>
      <vt:lpstr>Работа механической ИС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8</cp:revision>
  <dcterms:created xsi:type="dcterms:W3CDTF">2021-02-22T07:12:04Z</dcterms:created>
  <dcterms:modified xsi:type="dcterms:W3CDTF">2021-02-23T17:20:22Z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